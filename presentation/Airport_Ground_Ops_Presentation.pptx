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Airport Ground Operations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DE"/>
                </a:solidFill>
              </a:defRPr>
            </a:pPr>
            <a:r>
              <a:t>Full-Stack Operations Platform with AI-Driven Predictions  |  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The Problem — why ground ops teams need this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System Overview &amp;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Core Modules Walkthrough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AI Module — predictions &amp; chatbot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Engineering Practices — branching, deployment, security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Testing — security, performance, UI, UAT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Results &amp; Bugs Found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Live Demo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Airports coordinate flights, gates, maintenance, baggage, and staff across many teams in real time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Poor coordination between these functions causes: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Flight delays and gate conflicts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Understaffed shifts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Slow response to equipment/maintenance issues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These directly hurt on-time performance and passenger experience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Most of this is still tracked over spreadsheets and radio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B7280"/>
                </a:solidFill>
              </a:defRPr>
            </a:pPr>
            <a:r>
              <a:t>Source: docs/BUSINESS_OBJECTIVES.md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Measurable Business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Double-booked gate incidents /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554480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TARGET: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Avg. time to detect turnaround delay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121408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&lt; 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Overdue maintenance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2688336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Shift coverage gaps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3255264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-30%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Incident log → assignment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3822191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&lt; 10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Shifts planned using AI staffing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4389120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80%+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A full-stack web platform for day-to-day airport ground operations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Covers: Flights, Gates, Staff, HR, Baggage, Maintenance, Ground Equipment, Notifications, Reports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Integrated AI module for predictions + an operational chatbot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Role-based access control, JWT auth, rate limiting, and full audit logging on every action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REST API documented with Swagger/ReDoc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Django 5 + Django REST Framework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SimpleJWT (access + refresh tokens)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PostgreSQL (prod) / SQLite (dev)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django-ratelimit for login protection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Swagger UI / ReDoc via drf-yasg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Frontend &amp;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React 19 + Vite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Tailwind CSS 4, Recharts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scikit-learn (RandomForest models)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Rule-based chatbot (intent + live DB lookups)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GitHub Actions CI/CD (tests + flake8)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926080" cy="1005840"/>
          </a:xfrm>
          <a:prstGeom prst="rect">
            <a:avLst/>
          </a:prstGeom>
          <a:solidFill>
            <a:srgbClr val="2E86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React + Vite SPA</a:t>
            </a:r>
            <a:br/>
            <a:r>
              <a:t>(Tailwind CSS)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45920"/>
            <a:ext cx="2926080" cy="100584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Django + DRF API</a:t>
            </a:r>
            <a:br/>
            <a:r>
              <a:t>(JWT Auth)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291840"/>
            <a:ext cx="2377440" cy="91440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PostgreSQL /</a:t>
            </a:r>
            <a:br/>
            <a:r>
              <a:t>SQLite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291840"/>
            <a:ext cx="2926080" cy="914400"/>
          </a:xfrm>
          <a:prstGeom prst="rect">
            <a:avLst/>
          </a:prstGeom>
          <a:solidFill>
            <a:srgbClr val="2E86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 Module</a:t>
            </a:r>
            <a:br/>
            <a:r>
              <a:t>(scikit-learn + chatbot)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291840"/>
            <a:ext cx="2651760" cy="91440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Audit Logging +</a:t>
            </a:r>
            <a:br/>
            <a:r>
              <a:t>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REST</a:t>
            </a:r>
            <a:br/>
            <a:r>
              <a:t>API 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B1F3A"/>
                </a:solidFill>
              </a:defRPr>
            </a:pPr>
            <a:r>
              <a:t>Frontend is a separate SPA — talks to Django purely through the REST API, not server-rendered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Core Modules (20+ Django Apps)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accounts — auth, roles, JWT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flights — airlines, aircraft, ground-handling pipeline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gates — assignment, double-booking prevention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staff — profiles, shifts, schedules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baggage — check-in to claim, status history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maintenance — requests &amp;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Supporting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hr_management — departments, leave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ground_equipment — inventory &amp; usage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notifications — in-app alerts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reports — operational reporting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core_app — shared utils, permissions, audit log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ai_module — ML predictions + chatbot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AI Module — 7 ML Models + Chatbot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Predictive Models (RandomForest)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Flight Delay — minutes + likelihood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Predictive Maintenance — urgency score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Passenger Rush — expected rush factor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Weather Risk — risk score + delay flag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Staff Requirement — crew/security/baggage counts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Gate Recommendation — best-fit gate, ranked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Equipment Failure — failure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Rule-based: regex + intent matching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Answers questions using live DB data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Architected to be swappable for a real LLM later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Delay &amp; maintenance models auto-switch from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synthetic → real historical data once enough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records exist in the 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Flight Ground-Handling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691640" cy="1005840"/>
          </a:xfrm>
          <a:prstGeom prst="rect">
            <a:avLst/>
          </a:prstGeom>
          <a:solidFill>
            <a:srgbClr val="2E86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Scheduled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29718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2743200"/>
            <a:ext cx="1691640" cy="100584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</a:t>
            </a:r>
            <a:br/>
            <a:r>
              <a:t>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9718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743200"/>
            <a:ext cx="1691640" cy="1005840"/>
          </a:xfrm>
          <a:prstGeom prst="rect">
            <a:avLst/>
          </a:prstGeom>
          <a:solidFill>
            <a:srgbClr val="2E86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Crew</a:t>
            </a:r>
            <a:br/>
            <a:r>
              <a:t>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9718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743200"/>
            <a:ext cx="1691640" cy="100584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Fueling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718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1691640" cy="1005840"/>
          </a:xfrm>
          <a:prstGeom prst="rect">
            <a:avLst/>
          </a:prstGeom>
          <a:solidFill>
            <a:srgbClr val="2E86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297180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2743200"/>
            <a:ext cx="1691640" cy="1005840"/>
          </a:xfrm>
          <a:prstGeom prst="rect">
            <a:avLst/>
          </a:prstGeom>
          <a:solidFill>
            <a:srgbClr val="0B1F3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B1F3A"/>
                </a:solidFill>
              </a:defRPr>
            </a:pPr>
            <a:r>
              <a:t>Every transition is tracked, timestamped, and written to the audit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Engineering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Branching Strategy (Git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main — production-ready only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develop — integration branch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feature/&lt;desc&gt; — one branch per task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bugfix/ &amp; hotfix/ branches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PR + 1 reviewer approval required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CI (GitHub Actions) must pass before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Documented deploy guide (docs/DEPLOYMENT.md)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Frontend: static host (Netlify/Vercel) OR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served by Django via WhiteNoise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Bug fixed: STATICFILES_DIRS was pointing at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raw frontend/ source instead of frontend/dist,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causing Django to try collecting React source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as static assets — corrected in settings.py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Testing &amp; Quality Assurance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Security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Static Analysis &amp;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Bandit: 0 high, 0 medium severity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issues across 11,953 lines scanned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55 low-severity informational-only findings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pip-audit: 12 known CVEs found → 0 after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upgrading pip, requests, setuptools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Application Security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10/10 custom security tests passing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Auth required on all list endpoints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Invalid/malformed JWTs rejected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Role-based write restrictions enforced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Login rate-limited after 5 failed attempts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SECRET_KEY never leaks in error responses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Performance Testing (Locust)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Tool: Locust, 20 concurrent simulated users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Clean run: 456 requests, 0 failures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Median response time: 42ms  |  95th percentile: 370ms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Login endpoint (/api/token/) slowest at ~1.2s median — expected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(deliberate password-hashing cost) — flagged for future monitoring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🐛 Real bug found &amp; fixed: RATELIMIT_ENABLE setting was ignoring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explicit environment variable overrides — now correctly configurable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B7280"/>
                </a:solidFill>
              </a:defRPr>
            </a:pPr>
            <a:r>
              <a:t>Full detail: docs/PERFORMANCE_TEST_REPORT.md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Frontend UI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Tool: Vitest + React Testing Library + user-event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14/14 tests passing across Dashboard.jsx, Signup.jsx, Login.jsx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Covers: loading states, data rendering, error handling,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empty states, form validation, API integration (mocked)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Representative coverage — 3 of ~30+ page components tested,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documented as intentional scope in UI_TEST_REPORT.md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🐛 Real bug found &amp; fixed: form labels in Signup.jsx/Login.jsx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weren't linked to their inputs (htmlFor/id mismatch) —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an accessibility gap, fixed across 7 affected fields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Real Bugs Found Across Testing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• SECRET_KEY below recommended HMAC/SHA256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E86DE"/>
                </a:solidFill>
              </a:defRPr>
            </a:pPr>
            <a:r>
              <a:t>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• RATELIMIT_ENABLE ignored env var overrides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5146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E86DE"/>
                </a:solidFill>
              </a:defRPr>
            </a:pPr>
            <a:r>
              <a:t>Performance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• Form labels not linked to inputs (accessibility)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3832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E86DE"/>
                </a:solidFill>
              </a:defRPr>
            </a:pPr>
            <a:r>
              <a:t>UI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Three different testing layers caught three different classes of problems — a crypto/config issue, a settings bug, and an accessibility gap — none of which the others would have surfaced.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User Acceptance Testing (UAT)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30+ manual test scenarios across real user workflows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Roles covered: Admin, Operations Manager, Gate Manager,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HR, Ground Staff, Viewer (read-only)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Covers: authentication, flight ground-ops workflow, gate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assignment, staff scheduling, and more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Verifies real-world usability — distinct from automated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unit/integration/security/performance tests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Includes a sign-off section for formal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B7280"/>
                </a:solidFill>
              </a:defRPr>
            </a:pPr>
            <a:r>
              <a:t>Full checklist: docs/UAT_CHECKLIST.md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Delivery Status vs. Original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Business Objectives doc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554480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Branching strategy / CONTRIBUTING.md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121408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Deployment guide + WhiteNoise 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2688336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55264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Security testing (bandit + pip-audit + suite)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3255264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Performance testing (Locust)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3822191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Frontend UI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4389120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5604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UAT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4956048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2297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Combined testing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5522976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89904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Project 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6089904"/>
            <a:ext cx="1828800" cy="384048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65683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B1F3A"/>
                </a:solidFill>
              </a:defRPr>
            </a:pPr>
            <a:r>
              <a:t>Live demonstration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6656832"/>
            <a:ext cx="1828800" cy="38404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AT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Scope Notes — Documented, Not Hidden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Services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Business logic (multi-step validation,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cross-model rules) moved out of views.py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into a services.py pattern per app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Refactored for 3 representative apps: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flights, gates, staff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Pattern documented in ARCHITECTURE.md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so it can be extended to remaining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DE"/>
                </a:solidFill>
              </a:defRPr>
            </a:pPr>
            <a:r>
              <a:t>Frontend UI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14 tests across 3 of ~30+ page components: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Dashboard, Signup, Login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Chosen as representative — auth flow +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a data-heavy page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Documented as intentional scope in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UI_TEST_REPORT.md, not a gap discovered</a:t>
            </a:r>
          </a:p>
          <a:p>
            <a:pPr>
              <a:spcAft>
                <a:spcPts val="1000"/>
              </a:spcAft>
              <a:defRPr sz="1700">
                <a:solidFill>
                  <a:srgbClr val="0B1F3A"/>
                </a:solidFill>
              </a:defRPr>
            </a:pPr>
            <a:r>
              <a:t>•    after the fact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1F3A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59436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Delivered a full-stack ops platform: 20+ modules, JWT auth, audit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logging, 7 ML models, and a live chatbot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Backed by real engineering practice: branching strategy, CI/CD,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documented deployment, and a services-layer architecture pattern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Validated across 4 testing layers — security, performance, UI, UAT —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which together surfaced and fixed 3 real bugs</a:t>
            </a:r>
          </a:p>
          <a:p>
            <a:pPr>
              <a:spcAft>
                <a:spcPts val="1200"/>
              </a:spcAft>
              <a:defRPr sz="2000">
                <a:solidFill>
                  <a:srgbClr val="0B1F3A"/>
                </a:solidFill>
              </a:defRPr>
            </a:pPr>
            <a:r>
              <a:t>•  Next steps: extend services layer + UI test coverage to remaining</a:t>
            </a:r>
          </a:p>
          <a:p>
            <a:pPr lvl="1">
              <a:spcAft>
                <a:spcPts val="1200"/>
              </a:spcAft>
              <a:defRPr sz="1700">
                <a:solidFill>
                  <a:srgbClr val="6B7280"/>
                </a:solidFill>
              </a:defRPr>
            </a:pPr>
            <a:r>
              <a:t>‑  apps, add frontend SAST, and expand rate limiting to AI endpoints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E86DE"/>
                </a:solidFill>
              </a:defRPr>
            </a:pPr>
            <a: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